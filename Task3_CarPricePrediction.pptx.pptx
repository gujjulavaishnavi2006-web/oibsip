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9ebaca4d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9ebaca4d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9ebaca4d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9ebaca4d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9ebaca4d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9ebaca4d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9ebaca4d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9ebaca4d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9ebaca4d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9ebaca4d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9ebaca4d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9ebaca4d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9ebaca4d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9ebaca4d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9ebaca4d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9ebaca4d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 Price Prediction using Machine Learning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OIBSIP Internship Task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Name  : G.vaishanvi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: PROBLEM STATEMENT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Car price depends on many factors like brand, mileage, horsepower, etc.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The goal is to predict car price using Machine Learning.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Dataset contains car details like: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Year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Fuel type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Transmission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Selling price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Source: Kaggle / provided dataset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PREPROCESSING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Handled missing values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Converted categorical data using encoding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Cleaned dataset for ML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USED 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Model: Random Forest Regressor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Reason: High accuracy for regression problems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TRAINING PROCESS 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Split dataset into training and testing (80/20)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Trained model using training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Model predicts car price successfully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Accuracy (R² score): </a:t>
            </a:r>
            <a:r>
              <a:rPr lang="en-GB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0.9967795059779159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 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575" y="1649774"/>
            <a:ext cx="6067425" cy="28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Machine learning helps predict car prices effectively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Random Forest gives good accuracy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Useful for car industry pricing systems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