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9F9B-C650-0436-1AA3-2BA41B9E0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D7907-C56D-FD3B-7358-4C68E1C10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44ED9-46C3-4706-A0B7-9F5A8A54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48D86-ED97-83D8-37FD-FEDA2F71E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98CE9-1EF0-38C7-AC8E-150D86A5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9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F8CD-6E54-B23B-B358-FA14E069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C385-C247-CEA6-16DC-9981B0E75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53D76-C06E-FD99-4D63-F5920C875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A6D89-606A-50BC-A980-22706C86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7670D-9799-C9EA-205E-69D50DE2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54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252D-CBBF-AB3F-41F8-1982BDB7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F8AF7-99BC-A498-7866-649AF3759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90D3C-1CA6-5D50-DDFE-01EA2E02F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8F2E-672B-273B-9E4D-EFD6FD27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6C26E-602B-1384-CAAA-C66EDC31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864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E0B9-765E-68C7-1DAC-4522052C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DE6C5-13B1-15D6-5B8D-E4A5A46BD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C6535-E0DA-C56A-FB87-88E44F03D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3CDE3-C5A9-3D37-4486-D54E8189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AF8B0-6D04-9F7A-073A-07430BD4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38513-934E-522C-8B40-64DEFCCB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15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9CD8-BF3C-DD79-3FA7-28FCB583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514DE-76E2-7E9E-C1F9-AEDF259F2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09215-496C-D5D8-F645-F3DFBCB61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0D6F0B-DE76-D210-7CA2-D06D219CF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461B3-2E53-E233-F131-5AED5BFC1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DE7A5-FD8A-A953-0380-36D245BF8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AF3988-3D8B-0843-AF1F-8AE505DD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55FCE-B802-A677-EB98-377A7BBD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152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B7A9-6DBF-9670-22EA-5DE35CA8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B3C64-9C70-3B62-87F6-03C97AA4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2C62D-D075-090A-F4BC-C48B3455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16AF0-F363-2B7B-AAEF-B2230E41E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68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1DA3C-1D15-363E-F249-48CA5A9D5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55301-EBE2-DDC7-CEC3-E1A0E046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5BDBA-2E38-8BF8-65F7-727ABDEA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5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7E8C-971E-63F3-9B73-155018D7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55B60-19A3-8912-62B8-B0E59FF40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15E3B-3658-9009-9FBE-6D419C8FF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BD19E-0E0B-8025-A044-AC4788640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7BB55-2FFB-6F1C-5715-68046AB8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64531-CE78-E79F-EED0-026FDA6C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313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86D2E-4D00-1039-84BF-392D330A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E791A1-29A0-D58F-66A3-64023D6739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62E80-8293-9CE9-2A86-99648D916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068CE-663C-FD71-5AA2-75C7D7D5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C9868-1FE7-CB93-888E-C08AE393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A771C-3CF4-656F-AA94-6ABE39BF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36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F534-4621-D4A0-CBA0-D2828610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C788E-CA49-BF57-5188-3996B28E5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FE44E-4DD8-2FC0-1177-55D91C53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4974E-1789-2C60-B643-186FE148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08F3D-2F98-A6A1-1744-6618CE1D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6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9E7DBE-98D6-F276-AEE4-955C168078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529F7-99A0-62D6-A9CA-473F9491B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B5DCC-4849-8D07-EC8A-6E1A4885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41633-F55C-45C9-F89E-6B09E7447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BD090-B95D-64B7-B793-720485492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464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B276A-05A0-96AE-F1C6-6B6B484A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3C049-E419-0BAF-94E6-375DB4CE0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446C-15FF-F066-5F06-EC923A880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FA7A5-5D2F-4555-BAFD-34905D9B617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9376E-A8E3-5FB6-C250-023E5BBCE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07543-D97B-BE11-9C22-FD1AD0A4E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95D9A-3B10-42E1-8620-318C4BF28D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39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46C0-59A7-CC8B-7BEF-4601707319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Unemployment Analysis with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8D96C-3D2F-83F8-0487-4FBF06432D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67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A8F2-9087-6322-7497-1AE52800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87C0-9668-2250-7134-FFAD086D5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unemployment trends during COVID-19 using 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565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096CD-8C18-4E10-86AA-E183B1319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A5104-22B8-439A-149C-AECEA1A5D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Region </a:t>
            </a:r>
          </a:p>
          <a:p>
            <a:r>
              <a:rPr lang="en-US" dirty="0"/>
              <a:t>Date </a:t>
            </a:r>
          </a:p>
          <a:p>
            <a:r>
              <a:rPr lang="en-US" dirty="0"/>
              <a:t>Estimated Unemployment Rate </a:t>
            </a:r>
          </a:p>
          <a:p>
            <a:r>
              <a:rPr lang="en-US" dirty="0" err="1"/>
              <a:t>Labour</a:t>
            </a:r>
            <a:r>
              <a:rPr lang="en-US" dirty="0"/>
              <a:t> Participation Rate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4030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D28CB-348B-A51F-7F7A-F0C80D44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B1C02-ABAF-AA98-5E7B-2853E4EAC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Matplotlib </a:t>
            </a:r>
          </a:p>
          <a:p>
            <a:r>
              <a:rPr lang="en-IN" dirty="0"/>
              <a:t>Seaborn </a:t>
            </a:r>
          </a:p>
          <a:p>
            <a:r>
              <a:rPr lang="en-IN" dirty="0"/>
              <a:t>Google </a:t>
            </a:r>
            <a:r>
              <a:rPr lang="en-IN" dirty="0" err="1"/>
              <a:t>Colab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818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E7C9-811F-5804-BA0D-4AD9E16E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Exploration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DA600D-2BD8-30AB-1E5C-1EE005CFD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6164" y="1690688"/>
            <a:ext cx="78953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3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8B584-0136-467F-1508-0696437FC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E7DB6-00CC-D494-04F5-6B63859AB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Histogram graph </a:t>
            </a:r>
          </a:p>
          <a:p>
            <a:r>
              <a:rPr lang="en-IN" dirty="0"/>
              <a:t>Bar graph </a:t>
            </a:r>
          </a:p>
          <a:p>
            <a:r>
              <a:rPr lang="en-IN" dirty="0"/>
              <a:t>Line graph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C1D4C1-28A4-4547-9F98-B21AEF0CB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635" y="1219200"/>
            <a:ext cx="7492161" cy="473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3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890D-49CB-7A15-5EE8-924D50AF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1227A-23DC-5070-798E-6C499425A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Unemployment increased during COVID-19 </a:t>
            </a:r>
          </a:p>
          <a:p>
            <a:r>
              <a:rPr lang="en-US" dirty="0"/>
              <a:t>Different regions had different unemployment rates </a:t>
            </a:r>
          </a:p>
          <a:p>
            <a:r>
              <a:rPr lang="en-US" dirty="0"/>
              <a:t>Trends changed over time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1318C-3CD4-B929-0946-EAFCB3D72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138" y="3064041"/>
            <a:ext cx="5944967" cy="33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2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653C-3404-1183-6547-F7892A1DD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6EB0-03D3-918B-0256-82A1C641F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analyzed unemployment trends using Python and visualization techniques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508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Unemployment Analysis with Python</vt:lpstr>
      <vt:lpstr>Objective</vt:lpstr>
      <vt:lpstr>Dataset Information</vt:lpstr>
      <vt:lpstr>Technologies Used</vt:lpstr>
      <vt:lpstr>Data Exploration</vt:lpstr>
      <vt:lpstr>Visualization</vt:lpstr>
      <vt:lpstr>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Gujjula Vaishnavi</dc:creator>
  <cp:lastModifiedBy>Gujjula Vaishnavi</cp:lastModifiedBy>
  <cp:revision>1</cp:revision>
  <dcterms:created xsi:type="dcterms:W3CDTF">2026-05-23T16:08:25Z</dcterms:created>
  <dcterms:modified xsi:type="dcterms:W3CDTF">2026-05-23T16:08:42Z</dcterms:modified>
</cp:coreProperties>
</file>