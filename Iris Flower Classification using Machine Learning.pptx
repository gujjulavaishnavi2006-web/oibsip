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B525-EB39-9339-9E1A-3AD5DE272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726BA-8E89-D936-B6EB-F92A0F405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84154-8811-67C1-581F-5445F9AA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0FCDA-87E0-4D8E-DBFF-2740B03AC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3CF1-50AA-FFC0-A34F-ACBF3275C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11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05C2-C933-A3C1-98D1-F2B001F6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D277D-3CF8-87A3-E5B7-42C896C0C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6767-1DA4-4E9E-292F-C749583D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E9E92-90EC-ABAB-BB96-3D866ABB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6DAB-3E87-D91F-C870-4DDB5478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48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9083-80AF-3AD7-9992-D4D56565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EF0BE-7D6C-9B0D-12D7-9CDE936A0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ADCD8-2D90-09DB-82D5-50930660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34B13-7621-4A76-D69C-3F6672BE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BF92F-91DA-C12F-C496-3027C1A3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16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78FB-10EA-A214-053E-4D63C532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22D74-E243-31D2-8925-447FD64FA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CDC2D-29BD-D25E-67BC-E04EBDC4D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0651D-2C21-1E5B-EB0B-C83165B8A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D7712-EBB9-80F9-D7AE-F83BD2DF6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84DFF-09FA-44B5-8383-3778F967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59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F489-BF4D-70C8-F63F-4D86D693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91C14-FBFE-6004-90C7-CC972CFD0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D6F37-B449-AD40-CB4B-1CF05BC84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377F-5A30-5F4F-E107-F5BBA192C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3C7E1C-FF1E-890D-7FE2-AEA91D7C7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8CC91-1E72-15D0-1B7E-5767F332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4D244-951B-5218-FA85-92C7A8AD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12DC6-106C-DEEA-E31E-10DA3904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58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644D-8FDD-CE94-460E-2114299D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A1813-D89F-F6AF-19EE-830D555DC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CEE59-F042-50AA-BB8E-3A0CEB9F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B2FD1-1B2D-422E-9643-19C77B92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194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5773F-6655-2B9A-6F89-20E17CEB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762061-9EA8-CAAE-0C75-0ACD4AFDA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DEBB5-FDB0-4F0A-5CB5-93652AAD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53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7FB9-38DA-8244-0EF5-33969F56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239E9-4488-D7FE-EF3C-8D5060A49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28CDA-1FEF-5D6D-ED61-3C9294398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250AE-C5F3-8952-1BDF-9A95AFB7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19FB4-6E11-78B0-E1F6-A894CF11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1D8A4-8BEF-0B54-2E52-AD3F1FD7E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C492-6063-1B4B-4F6B-AE439E52C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4966E-37B2-7902-D9C1-69BF40154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CAC8F-6124-E91C-1070-71F651CD3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1A678-11DD-A09F-DF03-420618F9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0F542-7933-571C-EE25-B212C9B1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E44D7-9A72-36C1-A3F9-D8DA5BF6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88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0C9C-4156-CFB0-0CBA-4026AB39A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26F7E-CAD6-22F3-3501-54968112B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74374-8A28-02EE-80A3-1E780ED5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22887-3F97-894B-72F6-BB48B99F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F506C-2F41-5978-24E8-9A89DCAA9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267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A9149-05E0-8140-6F39-E5AD27974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B967D-9FC9-625C-A933-A3DFCBF9F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36701-9C63-24D0-A0E9-65567D03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D596A-34D0-1501-0B9D-142A3701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2CA3E-E5DE-4A4F-6D30-C8D2EB0B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79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26F7C-3582-403C-259F-408DCCC2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A5417-9491-8360-B113-36F572D88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7AAB8-DC4D-B164-448E-700196198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50B12-5E1A-4EC7-8067-D9D94CD50B4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A238-F4E1-061A-0FBE-E1722F48C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ACC34-3FEB-4FC6-6E9C-730D5359C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B28EB-B6EF-47B9-82DE-4A2A142D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34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047A-1359-C806-DBE8-D7F02C8D3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Iris Flower Classification using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DB960-C5E9-2FA5-F865-0126E871AE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Oasis </a:t>
            </a:r>
            <a:r>
              <a:rPr lang="en-IN" dirty="0" err="1"/>
              <a:t>Infobyte</a:t>
            </a:r>
            <a:r>
              <a:rPr lang="en-IN" dirty="0"/>
              <a:t> Internship Project</a:t>
            </a:r>
          </a:p>
          <a:p>
            <a:r>
              <a:rPr lang="en-US" dirty="0"/>
              <a:t>our Name </a:t>
            </a:r>
          </a:p>
          <a:p>
            <a:r>
              <a:rPr lang="en-US" dirty="0"/>
              <a:t>Internship Domain </a:t>
            </a:r>
          </a:p>
          <a:p>
            <a:r>
              <a:rPr lang="en-US" dirty="0"/>
              <a:t>Date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45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9C1B5-B147-4604-72E7-612E7192D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68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Content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A9A74-0A5C-75A1-1766-563254983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project is to build a Machine Learning model that can classify iris flowers into different species based on their measurements.</a:t>
            </a:r>
          </a:p>
          <a:p>
            <a:r>
              <a:rPr lang="en-IN" dirty="0" err="1"/>
              <a:t>Setosa</a:t>
            </a:r>
            <a:endParaRPr lang="en-IN" dirty="0"/>
          </a:p>
          <a:p>
            <a:r>
              <a:rPr lang="en-IN" dirty="0"/>
              <a:t> Versicolor</a:t>
            </a:r>
          </a:p>
          <a:p>
            <a:r>
              <a:rPr lang="en-IN" dirty="0"/>
              <a:t> Virginica</a:t>
            </a:r>
          </a:p>
        </p:txBody>
      </p:sp>
    </p:spTree>
    <p:extLst>
      <p:ext uri="{BB962C8B-B14F-4D97-AF65-F5344CB8AC3E}">
        <p14:creationId xmlns:p14="http://schemas.microsoft.com/office/powerpoint/2010/main" val="3880686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9007-27AE-8807-6131-E61E3C59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D7479-0096-DF56-D669-74F022C76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Iris dataset contains flower measurements for three different iris species.</a:t>
            </a:r>
          </a:p>
          <a:p>
            <a:endParaRPr lang="en-US" dirty="0"/>
          </a:p>
          <a:p>
            <a:r>
              <a:rPr lang="en-US" dirty="0"/>
              <a:t>Features:</a:t>
            </a:r>
          </a:p>
          <a:p>
            <a:r>
              <a:rPr lang="en-US" dirty="0"/>
              <a:t> Sepal Length</a:t>
            </a:r>
          </a:p>
          <a:p>
            <a:r>
              <a:rPr lang="en-US" dirty="0"/>
              <a:t> Sepal Width</a:t>
            </a:r>
          </a:p>
          <a:p>
            <a:r>
              <a:rPr lang="en-US" dirty="0"/>
              <a:t> Petal Length</a:t>
            </a:r>
          </a:p>
          <a:p>
            <a:r>
              <a:rPr lang="en-US" dirty="0"/>
              <a:t> Petal Width</a:t>
            </a:r>
          </a:p>
          <a:p>
            <a:endParaRPr lang="en-US" dirty="0"/>
          </a:p>
          <a:p>
            <a:r>
              <a:rPr lang="en-US" dirty="0"/>
              <a:t>Target:</a:t>
            </a:r>
          </a:p>
          <a:p>
            <a:r>
              <a:rPr lang="en-US" dirty="0"/>
              <a:t> Species Classification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D002D-9CC4-7D64-9AF8-238840D5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653" y="2580929"/>
            <a:ext cx="4227231" cy="39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70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DDE3-54CC-A410-307F-0E17A616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</a:t>
            </a:r>
            <a:r>
              <a:rPr lang="en-IN" dirty="0" err="1"/>
              <a:t>echnologies</a:t>
            </a:r>
            <a:r>
              <a:rPr lang="en-IN" dirty="0"/>
              <a:t>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B485F-AA4A-ED48-A814-E024B7507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Tools &amp; Libraries Used:</a:t>
            </a:r>
          </a:p>
          <a:p>
            <a:r>
              <a:rPr lang="en-IN" dirty="0"/>
              <a:t> Python</a:t>
            </a:r>
          </a:p>
          <a:p>
            <a:r>
              <a:rPr lang="en-IN" dirty="0"/>
              <a:t> Pandas</a:t>
            </a:r>
          </a:p>
          <a:p>
            <a:r>
              <a:rPr lang="en-IN" dirty="0"/>
              <a:t> NumPy</a:t>
            </a:r>
          </a:p>
          <a:p>
            <a:r>
              <a:rPr lang="en-IN" dirty="0"/>
              <a:t> Matplotlib</a:t>
            </a:r>
          </a:p>
          <a:p>
            <a:r>
              <a:rPr lang="en-IN" dirty="0"/>
              <a:t> Seaborn</a:t>
            </a:r>
          </a:p>
          <a:p>
            <a:r>
              <a:rPr lang="en-IN" dirty="0"/>
              <a:t> Scikit-learn</a:t>
            </a:r>
          </a:p>
          <a:p>
            <a:r>
              <a:rPr lang="en-IN" dirty="0"/>
              <a:t> Google </a:t>
            </a:r>
            <a:r>
              <a:rPr lang="en-IN" dirty="0" err="1"/>
              <a:t>Colab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282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47E6-0EBF-D99F-6C27-73CBDF2B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IN" dirty="0"/>
              <a:t>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F864-6E14-C2FE-6A3C-6371819C0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Performed exploratory data analysis to understand dataset structure, distributions, and species relationships.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C0B4A-A6D1-1B12-971D-6272F1AB4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990" y="3105203"/>
            <a:ext cx="6315956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00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3E1D-3FD5-324A-C491-08F65160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IN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A1A77-C174-67BB-5A2D-2733DAB2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Seaborn </a:t>
            </a:r>
            <a:r>
              <a:rPr lang="en-US" dirty="0" err="1"/>
              <a:t>pairplot</a:t>
            </a:r>
            <a:r>
              <a:rPr lang="en-US" dirty="0"/>
              <a:t> visualization to identify patterns and separations between iris species.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1D990-B3EC-E181-D33A-0A2BB136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968" y="2313191"/>
            <a:ext cx="4491790" cy="402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0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2250-82AA-B544-DA4A-A2976B0E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IN" dirty="0"/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1C322-D48C-1EB3-9B44-CC1A9A10C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K-Nearest Neighbors (KNN) algorithm for classification.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r>
              <a:rPr lang="en-US" dirty="0"/>
              <a:t>Data Splitting</a:t>
            </a:r>
          </a:p>
          <a:p>
            <a:r>
              <a:rPr lang="en-US" dirty="0"/>
              <a:t> Model Training</a:t>
            </a:r>
          </a:p>
          <a:p>
            <a:r>
              <a:rPr lang="en-US" dirty="0"/>
              <a:t> Prediction</a:t>
            </a:r>
          </a:p>
          <a:p>
            <a:r>
              <a:rPr lang="en-US" dirty="0"/>
              <a:t> Evaluation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191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6F53-838D-2170-548F-93E7157E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FBE46-940D-AF52-3AED-9D389996E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958" y="1825625"/>
            <a:ext cx="10515600" cy="4351338"/>
          </a:xfrm>
        </p:spPr>
        <p:txBody>
          <a:bodyPr/>
          <a:lstStyle/>
          <a:p>
            <a:r>
              <a:rPr lang="en-US" dirty="0"/>
              <a:t>The trained model achieved high classification accuracy on test data.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059AD-1CF3-EEF9-53A8-722BA359D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69" y="2843845"/>
            <a:ext cx="6373114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71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81479-8F8B-3508-BF4C-A2F3AFE8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CB396-3C11-58C1-D05D-9EE54B5D5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developed a Machine Learning model capable of classifying iris flower species with high accuracy.</a:t>
            </a:r>
          </a:p>
          <a:p>
            <a:endParaRPr lang="en-US" dirty="0"/>
          </a:p>
          <a:p>
            <a:r>
              <a:rPr lang="en-US" dirty="0"/>
              <a:t>The project demonstrates:</a:t>
            </a:r>
          </a:p>
          <a:p>
            <a:r>
              <a:rPr lang="en-US" dirty="0"/>
              <a:t> Data Analysis</a:t>
            </a:r>
          </a:p>
          <a:p>
            <a:r>
              <a:rPr lang="en-US" dirty="0"/>
              <a:t> Visualization</a:t>
            </a:r>
          </a:p>
          <a:p>
            <a:r>
              <a:rPr lang="en-US" dirty="0"/>
              <a:t> Model Training</a:t>
            </a:r>
          </a:p>
          <a:p>
            <a:r>
              <a:rPr lang="en-US" dirty="0"/>
              <a:t> Predictive Classification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62DCE-658B-3870-3F89-5B97AA4D6BDC}"/>
              </a:ext>
            </a:extLst>
          </p:cNvPr>
          <p:cNvSpPr txBox="1"/>
          <p:nvPr/>
        </p:nvSpPr>
        <p:spPr>
          <a:xfrm>
            <a:off x="4347410" y="-13866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5832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B1524-119D-D080-EA5E-A23CCFC13EE0}"/>
              </a:ext>
            </a:extLst>
          </p:cNvPr>
          <p:cNvSpPr txBox="1"/>
          <p:nvPr/>
        </p:nvSpPr>
        <p:spPr>
          <a:xfrm>
            <a:off x="3850105" y="2213811"/>
            <a:ext cx="7620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dirty="0"/>
              <a:t>Than</a:t>
            </a:r>
            <a:r>
              <a:rPr lang="en-IN" sz="8800" dirty="0"/>
              <a:t>k You</a:t>
            </a:r>
          </a:p>
        </p:txBody>
      </p:sp>
    </p:spTree>
    <p:extLst>
      <p:ext uri="{BB962C8B-B14F-4D97-AF65-F5344CB8AC3E}">
        <p14:creationId xmlns:p14="http://schemas.microsoft.com/office/powerpoint/2010/main" val="11814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Iris Flower Classification using Machine Learning</vt:lpstr>
      <vt:lpstr>Content  </vt:lpstr>
      <vt:lpstr>About Dataset</vt:lpstr>
      <vt:lpstr> Technologies Used</vt:lpstr>
      <vt:lpstr> Data Exploration</vt:lpstr>
      <vt:lpstr> Data Visualization</vt:lpstr>
      <vt:lpstr> Machine Learning Model</vt:lpstr>
      <vt:lpstr>Model Accuracy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Gujjula Vaishnavi</dc:creator>
  <cp:lastModifiedBy>Gujjula Vaishnavi</cp:lastModifiedBy>
  <cp:revision>1</cp:revision>
  <dcterms:created xsi:type="dcterms:W3CDTF">2026-05-23T12:01:22Z</dcterms:created>
  <dcterms:modified xsi:type="dcterms:W3CDTF">2026-05-23T12:12:37Z</dcterms:modified>
</cp:coreProperties>
</file>